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87E8B"/>
                </a:solidFill>
              </a:defRPr>
            </a:pPr>
            <a:r>
              <a:t>OCEAN ENTERPRISES</a:t>
            </a:r>
          </a:p>
          <a:p>
            <a:pPr>
              <a:defRPr sz="3800" b="1">
                <a:solidFill>
                  <a:srgbClr val="0B4568"/>
                </a:solidFill>
              </a:defRPr>
            </a:pPr>
            <a:r>
              <a:t>Business Management System</a:t>
            </a:r>
          </a:p>
          <a:p>
            <a:pPr>
              <a:defRPr sz="2000">
                <a:solidFill>
                  <a:srgbClr val="233644"/>
                </a:solidFill>
              </a:defRPr>
            </a:pPr>
            <a:r>
              <a:t>Product, Operator &amp; Technical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977639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33644"/>
                </a:solidFill>
              </a:defRPr>
            </a:pPr>
            <a:r>
              <a:t>Water supply • Beverage distribution • Dispatch • Inventory • Customer ledgers</a:t>
            </a:r>
          </a:p>
          <a:p>
            <a:pPr>
              <a:defRPr sz="1400">
                <a:solidFill>
                  <a:srgbClr val="536675"/>
                </a:solidFill>
              </a:defRPr>
            </a:pPr>
            <a:r>
              <a:t>Live site: ocean-enterprises.vercel.app  |  Docs: /docs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36675"/>
                </a:solidFill>
              </a:defRPr>
            </a:pPr>
            <a:r>
              <a:t>Ocean Enterprises  •  Documentation overview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4568"/>
                </a:solidFill>
                <a:latin typeface="Aptos Display"/>
              </a:defRPr>
            </a:pPr>
            <a:r>
              <a:t>Business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36675"/>
                </a:solidFill>
              </a:defRPr>
            </a:pPr>
            <a:r>
              <a:t>A single workspace for day-to-day distribution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3644"/>
                </a:solidFill>
                <a:latin typeface="Aptos"/>
              </a:defRPr>
            </a:pPr>
            <a:r>
              <a:t>Manage packaged drinking water and wholesale beverage workflows.</a:t>
            </a:r>
          </a:p>
          <a:p>
            <a:pPr>
              <a:spcAft>
                <a:spcPts val="1300"/>
              </a:spcAft>
              <a:defRPr sz="2100">
                <a:solidFill>
                  <a:srgbClr val="233644"/>
                </a:solidFill>
                <a:latin typeface="Aptos"/>
              </a:defRPr>
            </a:pPr>
            <a:r>
              <a:t>Record rapid water deliveries and multi-item customer orders.</a:t>
            </a:r>
          </a:p>
          <a:p>
            <a:pPr>
              <a:spcAft>
                <a:spcPts val="1300"/>
              </a:spcAft>
              <a:defRPr sz="2100">
                <a:solidFill>
                  <a:srgbClr val="233644"/>
                </a:solidFill>
                <a:latin typeface="Aptos"/>
              </a:defRPr>
            </a:pPr>
            <a:r>
              <a:t>Coordinate delivery status, customer balances, stock and reporting.</a:t>
            </a:r>
          </a:p>
          <a:p>
            <a:pPr>
              <a:spcAft>
                <a:spcPts val="1300"/>
              </a:spcAft>
              <a:defRPr sz="2100">
                <a:solidFill>
                  <a:srgbClr val="233644"/>
                </a:solidFill>
                <a:latin typeface="Aptos"/>
              </a:defRPr>
            </a:pPr>
            <a:r>
              <a:t>Designed for operators and administrators; review entries before saving.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36675"/>
                </a:solidFill>
              </a:defRPr>
            </a:pPr>
            <a:r>
              <a:t>Ocean Enterprises  •  Documentation overview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4568"/>
                </a:solidFill>
                <a:latin typeface="Aptos Display"/>
              </a:defRPr>
            </a:pPr>
            <a:r>
              <a:t>Operational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36675"/>
                </a:solidFill>
              </a:defRPr>
            </a:pPr>
            <a:r>
              <a:t>The main areas documented in the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3644"/>
                </a:solidFill>
                <a:latin typeface="Aptos"/>
              </a:defRPr>
            </a:pPr>
            <a:r>
              <a:t>Dashboard — activity KPIs, dispatch pipeline and low-stock alerts.</a:t>
            </a:r>
          </a:p>
          <a:p>
            <a:pPr>
              <a:spcAft>
                <a:spcPts val="1300"/>
              </a:spcAft>
              <a:defRPr sz="2100">
                <a:solidFill>
                  <a:srgbClr val="233644"/>
                </a:solidFill>
                <a:latin typeface="Aptos"/>
              </a:defRPr>
            </a:pPr>
            <a:r>
              <a:t>Water Entry &amp; WhatsApp Orders — fast entries and reviewed message parsing.</a:t>
            </a:r>
          </a:p>
          <a:p>
            <a:pPr>
              <a:spcAft>
                <a:spcPts val="1300"/>
              </a:spcAft>
              <a:defRPr sz="2100">
                <a:solidFill>
                  <a:srgbClr val="233644"/>
                </a:solidFill>
                <a:latin typeface="Aptos"/>
              </a:defRPr>
            </a:pPr>
            <a:r>
              <a:t>Deliveries &amp; Route Map — delivery stages, stop ordering and navigation.</a:t>
            </a:r>
          </a:p>
          <a:p>
            <a:pPr>
              <a:spcAft>
                <a:spcPts val="1300"/>
              </a:spcAft>
              <a:defRPr sz="2100">
                <a:solidFill>
                  <a:srgbClr val="233644"/>
                </a:solidFill>
                <a:latin typeface="Aptos"/>
              </a:defRPr>
            </a:pPr>
            <a:r>
              <a:t>Customers, Payments, Orders and Inventory — customer history, collections and stock.</a:t>
            </a:r>
          </a:p>
          <a:p>
            <a:pPr>
              <a:spcAft>
                <a:spcPts val="1300"/>
              </a:spcAft>
              <a:defRPr sz="2100">
                <a:solidFill>
                  <a:srgbClr val="233644"/>
                </a:solidFill>
                <a:latin typeface="Aptos"/>
              </a:defRPr>
            </a:pPr>
            <a:r>
              <a:t>Reports &amp; Settings — period reports, CSV/print outputs and business configuration.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36675"/>
                </a:solidFill>
              </a:defRPr>
            </a:pPr>
            <a:r>
              <a:t>Ocean Enterprises  •  Documentation overview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4568"/>
                </a:solidFill>
                <a:latin typeface="Aptos Display"/>
              </a:defRPr>
            </a:pPr>
            <a:r>
              <a:t>Daily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36675"/>
                </a:solidFill>
              </a:defRPr>
            </a:pPr>
            <a:r>
              <a:t>A practical operating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1. Check stock and low-stock alerts before loading.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2. Record water deliveries with correct customer, quantity, rate and payment status.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3. Parse WhatsApp order text, verify each line item, then accept the order.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4. Sequence deliveries and update status as work progresses.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5. Record collections and review pending receivables.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6. Reconcile reports and export CSV or print statements when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36675"/>
                </a:solidFill>
              </a:defRPr>
            </a:pPr>
            <a:r>
              <a:t>Ocean Enterprises  •  Documentation overview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4568"/>
                </a:solidFill>
                <a:latin typeface="Aptos Display"/>
              </a:defRPr>
            </a:pPr>
            <a:r>
              <a:t>Payments &amp; Inventory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36675"/>
                </a:solidFill>
              </a:defRPr>
            </a:pPr>
            <a:r>
              <a:t>Important behaviors operators should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3644"/>
                </a:solidFill>
                <a:latin typeface="Aptos"/>
              </a:defRPr>
            </a:pPr>
            <a:r>
              <a:t>Partial payments are supported for orders and water entries.</a:t>
            </a:r>
          </a:p>
          <a:p>
            <a:pPr>
              <a:spcAft>
                <a:spcPts val="1300"/>
              </a:spcAft>
              <a:defRPr sz="2100">
                <a:solidFill>
                  <a:srgbClr val="233644"/>
                </a:solidFill>
                <a:latin typeface="Aptos"/>
              </a:defRPr>
            </a:pPr>
            <a:r>
              <a:t>General payments use FIFO allocation: oldest unpaid orders, then older water entries.</a:t>
            </a:r>
          </a:p>
          <a:p>
            <a:pPr>
              <a:spcAft>
                <a:spcPts val="1300"/>
              </a:spcAft>
              <a:defRPr sz="2100">
                <a:solidFill>
                  <a:srgbClr val="233644"/>
                </a:solidFill>
                <a:latin typeface="Aptos"/>
              </a:defRPr>
            </a:pPr>
            <a:r>
              <a:t>Stock is updated by supported order and water-entry lifecycle actions.</a:t>
            </a:r>
          </a:p>
          <a:p>
            <a:pPr>
              <a:spcAft>
                <a:spcPts val="1300"/>
              </a:spcAft>
              <a:defRPr sz="2100">
                <a:solidFill>
                  <a:srgbClr val="233644"/>
                </a:solidFill>
                <a:latin typeface="Aptos"/>
              </a:defRPr>
            </a:pPr>
            <a:r>
              <a:t>Review cancellation/deletion effects before using them on real records.</a:t>
            </a:r>
          </a:p>
          <a:p>
            <a:pPr>
              <a:spcAft>
                <a:spcPts val="1300"/>
              </a:spcAft>
              <a:defRPr sz="2100">
                <a:solidFill>
                  <a:srgbClr val="233644"/>
                </a:solidFill>
                <a:latin typeface="Aptos"/>
              </a:defRPr>
            </a:pPr>
            <a:r>
              <a:t>WhatsApp deep links prefill messages; a person reviews and sends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36675"/>
                </a:solidFill>
              </a:defRPr>
            </a:pPr>
            <a:r>
              <a:t>Ocean Enterprises  •  Documentation overview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4568"/>
                </a:solidFill>
                <a:latin typeface="Aptos Display"/>
              </a:defRPr>
            </a:pPr>
            <a:r>
              <a:t>Technology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36675"/>
                </a:solidFill>
              </a:defRPr>
            </a:pPr>
            <a:r>
              <a:t>High-level stack verified from repository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Frontend: React 19 and Vite.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Backend: Node.js and Express 5.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Database: PostgreSQL via pg in production; local JSON fallback when configured that way.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Authentication: JWT bearer tokens and bcryptjs password hashing.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Hosting: Vercel static frontend with serverless Express API.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Testing: Node.js built-in test runner; frontend linting via Oxlint.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36675"/>
                </a:solidFill>
              </a:defRPr>
            </a:pPr>
            <a:r>
              <a:t>Ocean Enterprises  •  Documentation overview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4568"/>
                </a:solidFill>
                <a:latin typeface="Aptos Display"/>
              </a:defRPr>
            </a:pPr>
            <a:r>
              <a:t>Repository &amp;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36675"/>
                </a:solidFill>
              </a:defRPr>
            </a:pPr>
            <a:r>
              <a:t>Where to find the detailed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README.md — project overview and main capabilities.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docs/index.md — documentation index and links to all guides.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docs/user-guide.md and docs/features.md — operator workflows and features.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docs/system-architecture.md, docs/database-design.md and docs/api-reference.md — technical reference.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docs/local-development.md, docs/deployment-guide.md and docs/testing-and-validation.md — developer operations.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Website documentation: https://ocean-enterprises.vercel.app/docs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36675"/>
                </a:solidFill>
              </a:defRPr>
            </a:pPr>
            <a:r>
              <a:t>Ocean Enterprises  •  Documentation overview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4568"/>
                </a:solidFill>
                <a:latin typeface="Aptos Display"/>
              </a:defRPr>
            </a:pPr>
            <a:r>
              <a:t>Local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36675"/>
                </a:solidFill>
              </a:defRPr>
            </a:pPr>
            <a:r>
              <a:t>Commands documented in the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Clone the repository and install root and client dependencies.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npm start — start the backend.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npm run dev:client — run the Vite frontend.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npm test — run the automated Node.js test suite.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npm run build — build the frontend for deployment.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Use .env.example as a reference; keep real credentials in private environment configuration.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36675"/>
                </a:solidFill>
              </a:defRPr>
            </a:pPr>
            <a:r>
              <a:t>Ocean Enterprises  •  Documentation overview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4568"/>
                </a:solidFill>
                <a:latin typeface="Aptos Display"/>
              </a:defRPr>
            </a:pPr>
            <a:r>
              <a:t>Security &amp; Responsible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36675"/>
                </a:solidFill>
              </a:defRPr>
            </a:pPr>
            <a:r>
              <a:t>Protect business and customer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Never commit .env files, database URLs, JWT secrets or credentials.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Use a strong unique JWT secret in production.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Do not expose customer records or payment details in public screenshots.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Review parsed orders and payment amounts before saving.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Back up data before migrations or destructive maintenance.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Do not treat documentation as proof that a production check has passed.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36675"/>
                </a:solidFill>
              </a:defRPr>
            </a:pPr>
            <a:r>
              <a:t>Ocean Enterprises  •  Documentation overview       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4568"/>
                </a:solidFill>
                <a:latin typeface="Aptos Display"/>
              </a:defRPr>
            </a:pPr>
            <a:r>
              <a:t>Support &amp;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36675"/>
                </a:solidFill>
              </a:defRPr>
            </a:pPr>
            <a:r>
              <a:t>A short first-response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Login issue: verify the registered identifier and password; inspect logs safely.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Database issue: verify the environment's connection string and connectivity.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Persistence issue: confirm whether PostgreSQL or the local JSON fallback is active.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Build issue: install dependencies and resolve the first meaningful build error.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GPS issue: allow browser location access and confirm usable coordinates.</a:t>
            </a:r>
          </a:p>
          <a:p>
            <a:pPr>
              <a:spcAft>
                <a:spcPts val="1300"/>
              </a:spcAft>
              <a:defRPr sz="1900">
                <a:solidFill>
                  <a:srgbClr val="233644"/>
                </a:solidFill>
                <a:latin typeface="Aptos"/>
              </a:defRPr>
            </a:pPr>
            <a:r>
              <a:t>For full steps, use docs/troubleshooting.md.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36675"/>
                </a:solidFill>
              </a:defRPr>
            </a:pPr>
            <a:r>
              <a:t>Ocean Enterprises  •  Documentation overview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4568"/>
                </a:solidFill>
                <a:latin typeface="Aptos Display"/>
              </a:defRPr>
            </a:pPr>
            <a:r>
              <a:t>Links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36675"/>
                </a:solidFill>
              </a:defRPr>
            </a:pPr>
            <a:r>
              <a:t>Documentation is available in two complementary places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3644"/>
                </a:solidFill>
                <a:latin typeface="Aptos"/>
              </a:defRPr>
            </a:pPr>
            <a:r>
              <a:t>Website: https://ocean-enterprises.vercel.app/docs</a:t>
            </a:r>
          </a:p>
          <a:p>
            <a:pPr>
              <a:spcAft>
                <a:spcPts val="1300"/>
              </a:spcAft>
              <a:defRPr sz="2100">
                <a:solidFill>
                  <a:srgbClr val="233644"/>
                </a:solidFill>
                <a:latin typeface="Aptos"/>
              </a:defRPr>
            </a:pPr>
            <a:r>
              <a:t>GitHub: https://github.com/alicharolia7869/ocean-enterprises</a:t>
            </a:r>
          </a:p>
          <a:p>
            <a:pPr>
              <a:spcAft>
                <a:spcPts val="1300"/>
              </a:spcAft>
              <a:defRPr sz="2100">
                <a:solidFill>
                  <a:srgbClr val="233644"/>
                </a:solidFill>
                <a:latin typeface="Aptos"/>
              </a:defRPr>
            </a:pPr>
            <a:r>
              <a:t>Start with docs/index.md and follow the relevant operator or developer guide.</a:t>
            </a:r>
          </a:p>
          <a:p>
            <a:pPr>
              <a:spcAft>
                <a:spcPts val="1300"/>
              </a:spcAft>
              <a:defRPr sz="2100">
                <a:solidFill>
                  <a:srgbClr val="233644"/>
                </a:solidFill>
                <a:latin typeface="Aptos"/>
              </a:defRPr>
            </a:pPr>
            <a:r>
              <a:t>This presentation is an overview; verify implementation details against the current repository.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36675"/>
                </a:solidFill>
              </a:defRPr>
            </a:pPr>
            <a:r>
              <a:t>Ocean Enterprises  •  Documentation overview                                   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Enterprises Documentation</dc:title>
  <dc:subject>Business Management System documentation overview</dc:subject>
  <dc:creator>Ocean Enterprises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